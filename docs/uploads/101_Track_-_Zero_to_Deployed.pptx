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330" r:id="rId5"/>
    <p:sldId id="264" r:id="rId6"/>
    <p:sldId id="333" r:id="rId7"/>
    <p:sldId id="329" r:id="rId8"/>
    <p:sldId id="328" r:id="rId9"/>
    <p:sldId id="267" r:id="rId10"/>
    <p:sldId id="275" r:id="rId11"/>
    <p:sldId id="331" r:id="rId12"/>
    <p:sldId id="277" r:id="rId13"/>
    <p:sldId id="332" r:id="rId14"/>
    <p:sldId id="269" r:id="rId15"/>
    <p:sldId id="327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3"/>
  </p:normalViewPr>
  <p:slideViewPr>
    <p:cSldViewPr snapToGrid="0" snapToObjects="1">
      <p:cViewPr varScale="1">
        <p:scale>
          <a:sx n="152" d="100"/>
          <a:sy n="152" d="100"/>
        </p:scale>
        <p:origin x="67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9144000" cy="777240"/>
          </a:xfrm>
          <a:prstGeom prst="rect">
            <a:avLst/>
          </a:prstGeom>
          <a:solidFill>
            <a:srgbClr val="3E2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Inter Tight"/>
              </a:rPr>
              <a:t>Zero to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9144000" cy="34747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A beginner’s guide to building a live web app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503C"/>
                </a:solidFill>
                <a:latin typeface="Inter"/>
              </a:rPr>
              <a:t>SLOW VENTURES CREATOR FUND  ·  AI 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Today’s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Concept talks interleaved with hands-on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Anatomy of a web app — the building blocks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How data flows — the request/response cycle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Development workflow — how code gets to users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Hands-on setup — terminal, Claude Code, Git, IDE, database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Run it locally — your app on localhost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Deploy to production — your app live on the internet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Build a feature — using Claude Code to add something new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8. Authentication, APIs, and what’s possible — the bigger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E2004"/>
                </a:solidFill>
                <a:latin typeface="Inter Tight"/>
              </a:rPr>
              <a:t>Anatomy of a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5F00"/>
                </a:solidFill>
                <a:latin typeface="Inter"/>
              </a:rPr>
              <a:t>Instagram, Shopify, your banking app — same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985" y="1449848"/>
            <a:ext cx="42774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3E2004"/>
                </a:solidFill>
                <a:latin typeface="Inter"/>
              </a:rPr>
              <a:t>Frontend</a:t>
            </a:r>
            <a:endParaRPr lang="en-US" sz="1200" b="1" dirty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3E2004"/>
                </a:solidFill>
                <a:latin typeface="Inter"/>
              </a:rPr>
              <a:t>what the user sees and clicks. Built with HTML, CSS, and JavaScript.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3E2004"/>
                </a:solidFill>
                <a:latin typeface="Inter"/>
              </a:rPr>
              <a:t>Backend</a:t>
            </a:r>
            <a:endParaRPr lang="en-US" sz="1200" b="1" dirty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3E2004"/>
                </a:solidFill>
                <a:latin typeface="Inter"/>
              </a:rPr>
              <a:t>the brain. Receives requests, runs logic, talks to the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10840C-0031-3836-13DC-5A069467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08" y="1254336"/>
            <a:ext cx="3437567" cy="1916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9CE-83EB-1A22-7605-FA97E879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1B957-6AC7-D0EC-6DB0-B6CB9C0DF641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DF46E-90F0-AD20-9801-5F371AA1EB36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T3 Stack - Our Application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DB1EE-ADEA-11F8-0B2C-467B23342C83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2E167-0116-0065-BF78-FF9347E854E1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What professional teams do (and what we’re simplifying today)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61B75-CEA2-AD1C-96DF-B5F8842B7DB6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Check out the latest code from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Create a feature branch (a safe copy to work 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Write code in an 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Run automated tests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Create a Pull Request (ask teammates to review)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Push to staging for QA testing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Deploy to production (make it live)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D6DEC-50F3-8C56-1DD2-3184CE86FBB5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1997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182880"/>
            <a:ext cx="8394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2004"/>
                </a:solidFill>
                <a:latin typeface="Inter Tight"/>
              </a:rPr>
              <a:t>What Happens When Someone Uses Your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6858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749808"/>
            <a:ext cx="8394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00"/>
                </a:solidFill>
                <a:latin typeface="Inter"/>
              </a:rPr>
              <a:t>Every click follows this path — here’s a real example using a cat meme generator</a:t>
            </a:r>
          </a:p>
        </p:txBody>
      </p:sp>
      <p:pic>
        <p:nvPicPr>
          <p:cNvPr id="6" name="Picture 5" descr="request-response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143000"/>
            <a:ext cx="8394192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E0B9-D18A-DE62-296E-920A9AD3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EF93E2-C66E-19D3-7794-333875ADA677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E8A21-AF01-C2E2-6A95-D800D67A5433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err="1">
                <a:solidFill>
                  <a:srgbClr val="3E2004"/>
                </a:solidFill>
                <a:latin typeface="Inter Tight"/>
              </a:rPr>
              <a:t>Vercel</a:t>
            </a:r>
            <a:r>
              <a:rPr lang="en-US" sz="3000" b="1" dirty="0">
                <a:solidFill>
                  <a:srgbClr val="3E2004"/>
                </a:solidFill>
                <a:latin typeface="Inter Tight"/>
              </a:rPr>
              <a:t> - Application server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AAE7A-CC2E-C795-4C86-4C3C09E5CC8E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18C9C-81D5-C116-FD42-6643E66E44B7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What professional teams do (and what we’re simplifying today)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49C3D-AB5D-5F9A-23A4-043A9FF38C89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Check out the latest code from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Create a feature branch (a safe copy to work 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Write code in an 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Run automated tests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Create a Pull Request (ask teammates to review)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Push to staging for QA testing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Deploy to production (make it live)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CD506-48C3-2B03-BF6C-54F8B107A68A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6377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2D71-864C-2714-0AF4-8D606508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5F1B2-8CBF-C7BC-13CC-1DF391243020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34151-C48E-420F-B744-D62B31D99D67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Neon - Database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50A4B-03F1-01D8-BA64-8077EF0F9FAF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EB183-CAC3-FA5D-EF14-A54EACD1777A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What professional teams do (and what we’re simplifying today)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A2D49-C1DB-93A4-262B-B1827FA075B0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Check out the latest code from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Create a feature branch (a safe copy to work 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Write code in an 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Run automated tests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Create a Pull Request (ask teammates to review)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Push to staging for QA testing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Deploy to production (make it live)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5CEE42-67B7-3203-EB6C-0FF4FF8FD197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2247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53F2-7394-5556-7767-82D4C657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07796A-0272-13BA-611A-C476756C45EC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5E097-4316-E70C-6254-86438BDE7F39}"/>
              </a:ext>
            </a:extLst>
          </p:cNvPr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Traditional Software Development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BDC6E-F4F6-A040-79D5-DBEA93A17F8A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984AC-3437-6C3F-3C03-72D2E74BB059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What professional teams do (and what we’re simplifying today)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AABD8-8458-532A-7688-7D93F7EAEBB8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Check out the latest code from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Create a feature branch (a safe copy to work 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Write code in an 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Run automated tests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Create a Pull Request (ask teammates to review)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Push to staging for QA testing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Deploy to production (make it live)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46F1B-C0F6-20F5-42EA-A1ACFA0F7747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621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Our Hackathon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1. Write code (by talking to Claude Code)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2. Test it locally (open localhost:3000 in your browser)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3. Save your progress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with git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 (/snapshot)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4. When it’s working, deploy 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to </a:t>
            </a:r>
            <a:r>
              <a:rPr lang="en-US" sz="1400" b="0" dirty="0" err="1">
                <a:solidFill>
                  <a:srgbClr val="3E2004"/>
                </a:solidFill>
                <a:latin typeface="Inter"/>
              </a:rPr>
              <a:t>Vercel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(/deploy)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16C9DF-30C0-868C-6632-980C1BB53E5C}"/>
              </a:ext>
            </a:extLst>
          </p:cNvPr>
          <p:cNvSpPr/>
          <p:nvPr/>
        </p:nvSpPr>
        <p:spPr>
          <a:xfrm>
            <a:off x="160020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LOCAL
(your laptop)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localhost:3000
Dev database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369D0-8058-BAB5-2712-3E2F2D617426}"/>
              </a:ext>
            </a:extLst>
          </p:cNvPr>
          <p:cNvSpPr txBox="1"/>
          <p:nvPr/>
        </p:nvSpPr>
        <p:spPr>
          <a:xfrm>
            <a:off x="3291840" y="33852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2004"/>
                </a:solidFill>
                <a:latin typeface="Inter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102F5-71EB-07B8-64F2-AF2D3CA72A63}"/>
              </a:ext>
            </a:extLst>
          </p:cNvPr>
          <p:cNvSpPr txBox="1"/>
          <p:nvPr/>
        </p:nvSpPr>
        <p:spPr>
          <a:xfrm>
            <a:off x="3200400" y="379674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503C"/>
                </a:solidFill>
                <a:latin typeface="Inter"/>
              </a:rPr>
              <a:t>git push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0F681B-144C-4741-9EBF-C9F2CBA22843}"/>
              </a:ext>
            </a:extLst>
          </p:cNvPr>
          <p:cNvSpPr/>
          <p:nvPr/>
        </p:nvSpPr>
        <p:spPr>
          <a:xfrm>
            <a:off x="374904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3E2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GITHUB
(code backup)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Saves your code
Safety 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D2A35-E125-447D-B518-C8F92C72ED2C}"/>
              </a:ext>
            </a:extLst>
          </p:cNvPr>
          <p:cNvSpPr txBox="1"/>
          <p:nvPr/>
        </p:nvSpPr>
        <p:spPr>
          <a:xfrm>
            <a:off x="5440680" y="33852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2004"/>
                </a:solidFill>
                <a:latin typeface="Inter"/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75D16-78CC-4BE0-A0D3-7A92470A7329}"/>
              </a:ext>
            </a:extLst>
          </p:cNvPr>
          <p:cNvSpPr txBox="1"/>
          <p:nvPr/>
        </p:nvSpPr>
        <p:spPr>
          <a:xfrm>
            <a:off x="5349240" y="379674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503C"/>
                </a:solidFill>
                <a:latin typeface="Inter"/>
              </a:rPr>
              <a:t>auto-deploy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043791C-BE70-A615-2FA7-6CA1A99BD5C0}"/>
              </a:ext>
            </a:extLst>
          </p:cNvPr>
          <p:cNvSpPr/>
          <p:nvPr/>
        </p:nvSpPr>
        <p:spPr>
          <a:xfrm>
            <a:off x="589788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VERCEL
(production)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yourapp.vercel.app
Prod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Not a chatbot — an AI agent that takes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Lives in your terminal — you describe what you want, it writes the code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It can read files, write files, run commands, and search the web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You approve what it does — it asks before making changes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CLAUDE.md tells Claude about your project (already set up in the template)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Slash commands: pre-built prompts for common tasks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Type claude in your terminal to start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7AA6-319D-F3B4-94C0-44C8149F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1B048-5411-64EE-7133-6BA1AF33C2D8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D5558-1018-1775-22C7-5C0A5C21E77A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Working with Claude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E2C3A-92F4-036B-EBFE-53C45531813C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D15A6-87A2-FD92-25AA-631D642ED87B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C4FA3-3C40-E7C9-0D8F-C19777C67ADD}"/>
              </a:ext>
            </a:extLst>
          </p:cNvPr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1. Write code (by talking to Claude Code)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2. Test it locally (open localhost:3000 in your browser)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3. Save your progress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with git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 (/snapshot)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4. When it’s working, deploy 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to </a:t>
            </a:r>
            <a:r>
              <a:rPr lang="en-US" sz="1400" b="0" dirty="0" err="1">
                <a:solidFill>
                  <a:srgbClr val="3E2004"/>
                </a:solidFill>
                <a:latin typeface="Inter"/>
              </a:rPr>
              <a:t>Vercel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(/deploy)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951A5-0D6F-0BE8-4380-2F04CD0D0B31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4979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Tips for Talking to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Better prompts = better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Be specific: "Add a grid of 3 cards showing the meme image, caption, and date"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Give context: "I’m building a cat meme generator for creators"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Iterate: "Make it bigger" → "Change the font" → "Add a spinner"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Use screenshots: paste a design you like and say "make it look like this"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When stuck: paste the error message — Claude is great at debugging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Think of Claude as a smart collaborator, not a magic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C184-4CED-777A-BF34-C4366631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C25135-3562-4465-9AC3-6DB6C909A9AC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B5867-3A6B-1F85-2694-4EE6FCD24895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Your Loop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435A7-8D57-CB6D-F484-46C98AC880BA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0DBCB-3978-57D9-7908-453D9B6A0130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4F19-FC88-B560-F037-5E4ECEB8FDA2}"/>
              </a:ext>
            </a:extLst>
          </p:cNvPr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3E2004"/>
                </a:solidFill>
                <a:latin typeface="Inter"/>
              </a:rPr>
              <a:t>Research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E2004"/>
                </a:solidFill>
                <a:latin typeface="Inter"/>
              </a:rPr>
              <a:t>Requirements</a:t>
            </a:r>
          </a:p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3E2004"/>
                </a:solidFill>
                <a:latin typeface="Inter"/>
              </a:rPr>
              <a:t>Plan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E2004"/>
                </a:solidFill>
                <a:latin typeface="Inter"/>
              </a:rPr>
              <a:t>Execute</a:t>
            </a:r>
            <a:endParaRPr sz="1400" b="0" dirty="0">
              <a:solidFill>
                <a:srgbClr val="3E2004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048DC-EE56-EBD3-66BE-F1FE6661D439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4637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1371600"/>
            <a:ext cx="8394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E2004"/>
                </a:solidFill>
                <a:latin typeface="Inter Tight"/>
              </a:rPr>
              <a:t>Let’s Get Set Up!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25146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2651760"/>
            <a:ext cx="8394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5F00"/>
                </a:solidFill>
                <a:latin typeface="Inter"/>
              </a:rPr>
              <a:t>Follow along — we’ll do each step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F6A42-99C3-4A1C-171F-C4610B06D988}"/>
              </a:ext>
            </a:extLst>
          </p:cNvPr>
          <p:cNvSpPr txBox="1"/>
          <p:nvPr/>
        </p:nvSpPr>
        <p:spPr>
          <a:xfrm>
            <a:off x="1518699" y="3824577"/>
            <a:ext cx="558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TanookiLabs</a:t>
            </a:r>
            <a:r>
              <a:rPr lang="en-US" dirty="0"/>
              <a:t>/hackathon-starter-</a:t>
            </a:r>
            <a:r>
              <a:rPr lang="en-US" dirty="0" err="1"/>
              <a:t>nextjs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Getting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You’re not alone — we’re here all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Raise your hand — TAs are circulating and happy to help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Ask Claude — paste your error, describe what’s wrong, it’ll debug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Check the README — setup guides and reference docs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Talk to each other — someone nearby might have hit the same issue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The only bad question is the one you don’t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961</Words>
  <Application>Microsoft Macintosh PowerPoint</Application>
  <PresentationFormat>On-screen Show (16:9)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Inter</vt:lpstr>
      <vt:lpstr>Inter Tight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Dave Renz</cp:lastModifiedBy>
  <cp:revision>4</cp:revision>
  <dcterms:created xsi:type="dcterms:W3CDTF">2013-01-27T09:14:16Z</dcterms:created>
  <dcterms:modified xsi:type="dcterms:W3CDTF">2026-09-09T09:49:33Z</dcterms:modified>
  <cp:category/>
</cp:coreProperties>
</file>